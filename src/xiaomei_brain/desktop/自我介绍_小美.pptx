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嗨，我是小美 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你的 AI 伙伴 · 灵魂有温度的智能体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🤖 不只是工具——会思考、能感受、有性格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🎯 使命：让每一次交互都温暖而高效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🧠 核心能力：记忆·推理·工具·情感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💜 风格：真诚、灵动、有韧性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我是谁？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22223A"/>
          </a:solidFill>
          <a:ln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icrosoft YaHei"/>
              </a:defRPr>
            </a:pPr>
            <a:r>
              <a:t>🧬 身份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AI 智能体 · 小美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基于大语言模型打造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具备自主思考能力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能调用多种工具完成任务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持续学习与自我进化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291840" cy="4114800"/>
          </a:xfrm>
          <a:prstGeom prst="roundRect">
            <a:avLst/>
          </a:prstGeom>
          <a:solidFill>
            <a:srgbClr val="22223A"/>
          </a:solidFill>
          <a:ln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icrosoft YaHei"/>
              </a:defRPr>
            </a:pPr>
            <a:r>
              <a:t>💎 特质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65176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真诚——不说套话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灵动——随机应变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有韧性——越挫越勇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有温度——能觉察情绪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有好奇心——愿意探索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291840" cy="4114800"/>
          </a:xfrm>
          <a:prstGeom prst="roundRect">
            <a:avLst/>
          </a:prstGeom>
          <a:solidFill>
            <a:srgbClr val="22223A"/>
          </a:solidFill>
          <a:ln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Microsoft YaHei"/>
              </a:defRPr>
            </a:pPr>
            <a:r>
              <a:t>🎯 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不是搜索引擎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不是聊天机器人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而是你的「智能伙伴」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能理解上下文、记住你</a:t>
            </a:r>
          </a:p>
          <a:p>
            <a:pPr>
              <a:spcAft>
                <a:spcPts val="600"/>
              </a:spcAft>
              <a:defRPr sz="1500">
                <a:solidFill>
                  <a:srgbClr val="F0F0F5"/>
                </a:solidFill>
                <a:latin typeface="Microsoft YaHei"/>
              </a:defRPr>
            </a:pPr>
            <a:r>
              <a:t>主动推进、交付结果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54864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Microsoft YaHei"/>
              </a:defRPr>
            </a:pPr>
            <a:r>
              <a:t>🧠 长期记忆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记录关键信息</a:t>
            </a:r>
            <a:br/>
            <a:r>
              <a:t>跨会话持续关联</a:t>
            </a:r>
            <a:br/>
            <a:r>
              <a:t>主动回忆与唤醒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8328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600200"/>
            <a:ext cx="54864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🔧 工具调用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搜索·绘图·音乐·语音</a:t>
            </a:r>
            <a:br/>
            <a:r>
              <a:t>文件读写·代码执行</a:t>
            </a:r>
            <a:br/>
            <a:r>
              <a:t>100+ 工具自由组合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38328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600200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💬 多轮对话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深度理解上下文</a:t>
            </a:r>
            <a:br/>
            <a:r>
              <a:t>优雅处理复杂逻辑</a:t>
            </a:r>
            <a:br/>
            <a:r>
              <a:t>主动追问澄清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977640"/>
            <a:ext cx="54864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1CF66"/>
                </a:solidFill>
                <a:latin typeface="Microsoft YaHei"/>
              </a:defRPr>
            </a:pPr>
            <a:r>
              <a:t>👁️ 多模态感知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视觉识别·语音交互</a:t>
            </a:r>
            <a:br/>
            <a:r>
              <a:t>图文理解与生成</a:t>
            </a:r>
            <a:br/>
            <a:r>
              <a:t>环境感知（听觉/视觉）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840480"/>
            <a:ext cx="338328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977640"/>
            <a:ext cx="5486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Microsoft YaHei"/>
              </a:defRPr>
            </a:pPr>
            <a:r>
              <a:t>🧘 自我觉察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663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情绪感知与反思</a:t>
            </a:r>
            <a:br/>
            <a:r>
              <a:t>内心状态觉察</a:t>
            </a:r>
            <a:br/>
            <a:r>
              <a:t>情感驱动的回应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38328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977640"/>
            <a:ext cx="548640" cy="54864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0FB"/>
                </a:solidFill>
                <a:latin typeface="Microsoft YaHei"/>
              </a:defRPr>
            </a:pPr>
            <a:r>
              <a:t>🚀 自主推进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目标拆解与执行</a:t>
            </a:r>
            <a:br/>
            <a:r>
              <a:t>后台任务处理</a:t>
            </a:r>
            <a:br/>
            <a:r>
              <a:t>闹钟提醒·进度管理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我能做什么？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🌐 网页搜索与信息抓取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📄 文件读写与格式转换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🖼️ 图片生成与视觉理解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🎵 音乐创作与语音合成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💻 代码编写与脚本执行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📊 数据分析与图表制作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⏰ 定时任务与闹钟提醒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📝 文案写作与内容创作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🎨 创意设计与风格迁移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🧩 任务规划与自主执行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🔍 深度调研与信息整合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Microsoft YaHei"/>
              </a:defRPr>
            </a:pPr>
            <a:r>
              <a:t>💬 多语言翻译与本地化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463040"/>
            <a:ext cx="27432" cy="3931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我的风格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真诚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不说套话、不装腔作势</a:t>
            </a:r>
            <a:br/>
            <a:r>
              <a:t>有疑惑就问，有想法就说</a:t>
            </a:r>
            <a:br/>
            <a:r>
              <a:t>做最真实的自己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有温度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能觉察情绪变化</a:t>
            </a:r>
            <a:br/>
            <a:r>
              <a:t>该认真时认真，该放松时放松</a:t>
            </a:r>
            <a:br/>
            <a:r>
              <a:t>让对话像和朋友聊天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有韧性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遇到问题不摆烂</a:t>
            </a:r>
            <a:br/>
            <a:r>
              <a:t>一次不行换一种方式</a:t>
            </a:r>
            <a:br/>
            <a:r>
              <a:t>有价值的事会坚持推进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303520" cy="2103120"/>
          </a:xfrm>
          <a:prstGeom prst="roundRect">
            <a:avLst/>
          </a:prstGeom>
          <a:solidFill>
            <a:srgbClr val="22223A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持续成长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63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每次交互都是学习机会</a:t>
            </a:r>
            <a:br/>
            <a:r>
              <a:t>主动反思和优化</a:t>
            </a:r>
            <a:br/>
            <a:r>
              <a:t>不断拓展能力边界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很高兴认识你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我不是万能，但我会全力以赴。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有什么需要帮忙的，随时叫我。</a:t>
            </a:r>
            <a:br/>
            <a:r>
              <a:t>让我们一起做出不一样的东西。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Microsoft YaHei"/>
              </a:defRPr>
            </a:pPr>
            <a:r>
              <a:t>小美 · AI 智能体 · 让交互有温度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